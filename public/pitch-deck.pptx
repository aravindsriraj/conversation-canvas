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73152" cy="73152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4805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№ 01  ·  MILAN AI WEEK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spc="-200" kern="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meeting,</a:t>
            </a:r>
            <a:endParaRPr lang="en-US" sz="6400" dirty="0"/>
          </a:p>
          <a:p>
            <a:pPr indent="0" marL="0">
              <a:buNone/>
            </a:pPr>
            <a:r>
              <a:rPr lang="en-US" sz="6400" i="1" spc="-200" kern="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a canvas.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3611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voice-driven canvas that turns meetings into structured documents — live. Then keeps shaping itself by voice or chat.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709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ARAVINDAN SRIRAJ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I  ·  THE 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 end. The work disappears.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6576" cy="1828800"/>
          </a:xfrm>
          <a:prstGeom prst="rect">
            <a:avLst/>
          </a:prstGeom>
          <a:solidFill>
            <a:srgbClr val="DCD3C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031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“Wait — what did we decide about pricing last week?”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A SLACK THREAD, WEDNESDAY 4:42PM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383280" y="2103120"/>
            <a:ext cx="36576" cy="1828800"/>
          </a:xfrm>
          <a:prstGeom prst="rect">
            <a:avLst/>
          </a:prstGeom>
          <a:solidFill>
            <a:srgbClr val="DCD3C0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21031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 thought Alex was going to own it? Or was it Sam?”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6616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A STANDUP, TWO SPRINTS LATER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217920" y="2103120"/>
            <a:ext cx="36576" cy="1828800"/>
          </a:xfrm>
          <a:prstGeom prst="rect">
            <a:avLst/>
          </a:prstGeom>
          <a:solidFill>
            <a:srgbClr val="DCD3C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1031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“There's a recording but it's 47 minutes long. Anyone want to listen back?”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SILENCE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II  ·  WHAT EXISTS TODAY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meeting tools fall into three buckets.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None of them produce the document you actually wanted.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606040" cy="155448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871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RECORDERS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Hours of audio.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3337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You'll never re-listen.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2286000"/>
            <a:ext cx="2606040" cy="155448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4871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TRANSCRIPTS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566160" y="2834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wall of text.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3337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Nobody opens it twice.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606040" cy="155448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4871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SUMMARIES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55080" y="2834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paragraph or two.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55080" y="3337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structure is gone.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give you something different: a typed, navigable graph of what was said.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III  ·  WHAT IT 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canvas that listens — and one you can ask.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Speak naturally. The canvas catches what matters — proposals, decisions, commitments, blockers, open questions — and connects them by the relationships you spoke aloud.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Need a sequence diagram, a flowchart, a budget split? Ask. Voice or chat — both understood.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920240"/>
            <a:ext cx="1828800" cy="91440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920240"/>
            <a:ext cx="36576" cy="914400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20116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PROPOSAL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89204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Magic links only — cleaner UX.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0" y="1920240"/>
            <a:ext cx="1828800" cy="914400"/>
          </a:xfrm>
          <a:prstGeom prst="rect">
            <a:avLst/>
          </a:prstGeom>
          <a:solidFill>
            <a:srgbClr val="F7F2E3"/>
          </a:solidFill>
          <a:ln w="19050">
            <a:solidFill>
              <a:srgbClr val="2E53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1920240"/>
            <a:ext cx="36576" cy="914400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13" name="Text 11"/>
          <p:cNvSpPr/>
          <p:nvPr/>
        </p:nvSpPr>
        <p:spPr>
          <a:xfrm>
            <a:off x="6995160" y="20116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 · LOCKED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99516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Magic links + SAML in phase 2.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3017520"/>
            <a:ext cx="1828800" cy="82296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3017520"/>
            <a:ext cx="36576" cy="822960"/>
          </a:xfrm>
          <a:prstGeom prst="rect">
            <a:avLst/>
          </a:prstGeom>
          <a:solidFill>
            <a:srgbClr val="B8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BLOCKER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892040" y="33375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SAML required &gt; 100 seats.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0" y="3017520"/>
            <a:ext cx="1828800" cy="82296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0" y="3017520"/>
            <a:ext cx="36576" cy="822960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99516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COMMITMENT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995160" y="33375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Compare providers by Friday.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54880" y="4114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card connected by what you said: supports, blocks, decides.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IV  · 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steps. No setup. No templates.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Talk like normal.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a canvas, hit listen, run your meeting. No tags, no formats, no special prompts.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337560" y="30175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canvas catches what matters.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37560" y="3611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Proposals, decisions, commitments, blockers and questions appear as cards — connected by the relationships you spoke aloud.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6126480" y="30175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it however you like.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26480" y="3611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Add a sticky. Draw a flowchart. Make the blocker red. Ask for a budget split. Voice or typing — both understood.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V  ·  TWO SURFACES, ONE VOCABULARY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 and chat speak the same language.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931920" cy="256032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54864" cy="2560320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11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 ORCHESTRATOR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Passive listener.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2788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Runs every 1.5s while you talk. Reads transcript + canvas + long-term memory; emits typed actions. Now streams shape-by-shape — the first card lands at ~1s, not at the end of the batch.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4023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2E53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streamObject  ·  Zod-validated  ·  25s abort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3931920" cy="256032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828800"/>
            <a:ext cx="54864" cy="2560320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2011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AGENT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92040" y="2286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multi-step reasoner.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92040" y="2788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type a request — it reads the canvas, plans, emits actions one at a time via emit_action, observes whether each landed, adapts. Multimodal: the agent literally SEES the canvas.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4023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C686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ToolLoopAgent  ·  stepCountIs(15)  ·  multimodal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6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typed actions  ·  same schema  ·  same dispatch pipeline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VI  · 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minutes. One auth design decision.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856232"/>
            <a:ext cx="640080" cy="292608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562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325880" y="17830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Free-form thinking — auto-extract proposal, blocker, decision, commitment cards with the right relationship arrows.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40080" cy="292608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500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25880" y="2276856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“Draw a sequence diagram of the magic link login flow.” — one Mermaid call, native editable shapes.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640080" cy="292608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4378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325880" y="277063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“Draw a flowchart of the auth rollout: Magic Links → SAML → OAuth.” — three nodes, chain rendered in one step.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640080" cy="292608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337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25880" y="326440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“Add a budget allocator — 60% to auth provider, 30% to security audit, 10% to support docs.”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831336"/>
            <a:ext cx="640080" cy="292608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8313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325880" y="3758184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“Make the 'magic links only' proposal red.” — chat sees the canvas, finds the card by content.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it live  →  canvas.ai-application.xyz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VII  ·  HOW IT'S BUILT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system, end to end.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72821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71907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192938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Speechmatics realtime — diarized transcript over WebSocket; PCM AudioWorklet capture.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172821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4864608" y="171907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TRANSPORT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64608" y="192938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 Node WS server (next.js custom-server mode). 1.5s transcript debounce, per-room mutex.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27685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 BRAIN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58368" y="247802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Gemini 3 Flash via streamObject — actions stream shape-by-shape with per-action dedup, 25s abort timeout. Classifier routes MODE-A (passive) vs MODE-B (compound canvas commands).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227685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BRAIN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64608" y="247802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Gemini 3 Flash via ToolLoopAgent — multi-step ReAct loop, stepCountIs(15), multimodal canvas grounding. Each emit_action tool call broadcasts immediately.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282549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8163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58368" y="302666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tldraw v5 with 7 custom shapes + @tldraw/mermaid for sequence / flowchart / state / mindmap diagrams as native editable shapes.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282549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4864608" y="28163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RELIABILITY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64608" y="302666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Three-pattern payload shape recovery, server-side action canonicalization (budget %), three-layer dedup (text overlap, link orphans, mermaid singleton).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37413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649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58368" y="357530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Gemini 3.1 Flash Lite summarizer — async rollover at 50 messages, voice + chat threads + shared meta.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54880" y="337413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4864608" y="33649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PERSISTENCE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64608" y="357530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Neon Postgres — action history, chat turns, canvas snapshots, memory. Advisory-lock seq race-safe.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92277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3913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412394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Clerk — Google OAuth + email + magic links.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392277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4" name="Text 32"/>
          <p:cNvSpPr/>
          <p:nvPr/>
        </p:nvSpPr>
        <p:spPr>
          <a:xfrm>
            <a:off x="4864608" y="3913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HOSTING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64608" y="412394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Vultr VM · pm2 · nginx + Let's Encrypt TLS at canvas.ai-application.xyz.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VIII  ·  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Multi-step agent + voice MODE-B + streaming all landed in v1. Next set: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32588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Cross-canvas memory.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514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Persist user-level patterns across all of someone's canvases. “Aravindan tends to revisit pricing every quarter” — soft prior on new canvases.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5321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mode.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532120" y="2514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Multi-user real-time canvases with speaker-aware cards. Schema already supports speakerId tags; needs presence + sharing UI.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474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3258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931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Calendar tie-in (one canvas per scheduled meeting), Slack export (decisions + commitments as a digest), Linear/Jira (commitments → tickets).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3474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53212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capture.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532120" y="3931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Phone app for ad-hoc thinking out loud. Same canvas, same voice pipeline — meets people where the meetings happen.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3152" cy="73152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023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  ·  TRY IT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spc="-200" kern="0" dirty="0">
                <a:solidFill>
                  <a:srgbClr val="F7F2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your</a:t>
            </a:r>
            <a:endParaRPr lang="en-US" sz="6400" dirty="0"/>
          </a:p>
          <a:p>
            <a:pPr indent="0" marL="0">
              <a:buNone/>
            </a:pPr>
            <a:r>
              <a:rPr lang="en-US" sz="6400" i="1" spc="-200" kern="0" dirty="0">
                <a:solidFill>
                  <a:srgbClr val="F7F2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canvas.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D3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 during beta. Two minutes to your first card. No setup.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950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F2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canvas.ai-application.xyz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20640" y="3703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120640" y="3950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7F2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github.com/aravindsriraj/conversation-canvas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8046720" cy="0"/>
          </a:xfrm>
          <a:prstGeom prst="line">
            <a:avLst/>
          </a:prstGeom>
          <a:noFill/>
          <a:ln w="6350">
            <a:solidFill>
              <a:srgbClr val="A095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600" kern="0" dirty="0">
                <a:solidFill>
                  <a:srgbClr val="DC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ARAVINDAN SRIRAJ  ·  MILAN AI WEEK 2026  ·  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 Canvas — Milan AI Week 2026</dc:title>
  <dc:subject>PptxGenJS Presentation</dc:subject>
  <dc:creator>Aravindan Sriraj</dc:creator>
  <cp:lastModifiedBy>Aravindan Sriraj</cp:lastModifiedBy>
  <cp:revision>1</cp:revision>
  <dcterms:created xsi:type="dcterms:W3CDTF">2026-05-19T09:53:58Z</dcterms:created>
  <dcterms:modified xsi:type="dcterms:W3CDTF">2026-05-19T09:53:58Z</dcterms:modified>
</cp:coreProperties>
</file>