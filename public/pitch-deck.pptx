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spc="-2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meeting,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i="1" spc="-2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canvas.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voice-driven canvas that turns meetings into structured documents — live. Then keeps shaping itself by voice or chat.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10972800" cy="0"/>
          </a:xfrm>
          <a:prstGeom prst="line">
            <a:avLst/>
          </a:prstGeom>
          <a:noFill/>
          <a:ln w="9525">
            <a:solidFill>
              <a:srgbClr val="DCD3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AravindAN SRIRAJ  ·  MILAN AI WEEK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126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  ·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-1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Meetings end. The work disappears.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8288" cy="2377440"/>
          </a:xfrm>
          <a:prstGeom prst="rect">
            <a:avLst/>
          </a:prstGeom>
          <a:solidFill>
            <a:srgbClr val="DCD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10896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"Wait — what did we decide about pricing last week?"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A SLACK THREAD, WEDNESDAY 4:42PM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3108960"/>
            <a:ext cx="18288" cy="2377440"/>
          </a:xfrm>
          <a:prstGeom prst="rect">
            <a:avLst/>
          </a:prstGeom>
          <a:solidFill>
            <a:srgbClr val="DCD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10896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thought Alex was going to own it? Or was it Sam?"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A STANDUP, TWO SPRINTS LATER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38160" y="3108960"/>
            <a:ext cx="18288" cy="2377440"/>
          </a:xfrm>
          <a:prstGeom prst="rect">
            <a:avLst/>
          </a:prstGeom>
          <a:solidFill>
            <a:srgbClr val="DCD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10896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"There's a recording but it's 47 minutes long. Anyone want to listen back?"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6676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SILENCE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II  ·  WHAT EXISTS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meeting tools fall into three buckets.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produce the document you actually wanted.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 of audio.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never re-listen.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10896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wall of text.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opens it twice.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10896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SUMMARIES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paragraph or two.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1248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is gone.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you something different: </a:t>
            </a:r>
            <a:pPr indent="0" marL="0">
              <a:buNone/>
            </a:pPr>
            <a:r>
              <a:rPr lang="en-US" sz="1800" i="1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typed, navigable graph of what was said.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III  ·  WHAT IT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canvas that listens — and one you can ask.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naturally. The canvas catches what matters — proposals, decisions, commitments, blockers, open questions — and connects them by the relationships you spoke aloud. By the end, you have a navigable document, not a recording you'll never replay.</a:t>
            </a:r>
            <a:endParaRPr lang="en-US" sz="1600" dirty="0"/>
          </a:p>
        </p:txBody>
      </p:sp>
      <p:pic>
        <p:nvPicPr>
          <p:cNvPr id="6" name="Image 0" descr="/Users/aravindan.tr/Downloads/milan-ai-week-hackathon/conversation-canvas/public/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280160"/>
            <a:ext cx="5577840" cy="31363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280160"/>
            <a:ext cx="5577840" cy="3136392"/>
          </a:xfrm>
          <a:prstGeom prst="rect">
            <a:avLst/>
          </a:prstGeom>
          <a:solidFill>
            <a:srgbClr val="F7F3EC">
              <a:alpha val="0"/>
            </a:srgbClr>
          </a:solidFill>
          <a:ln w="9525">
            <a:solidFill>
              <a:srgbClr val="DCD3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44988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real canvas, mid-meeting.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IV  · 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steps. No setup. No templates.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E5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like normal.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canvas, hit listen, run your meeting. No tags, no formats, no special prompts.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2743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E5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canvas catches what matters.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0" y="46634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Proposals, decisions, commitments, blockers and questions appear as cards — connected by the relationships you spoke aloud.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E5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138160" y="3931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it however you like.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38160" y="46634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sticky. Move things. Make the blocker red. Ask for a budget split. Voice or typing — both understood.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V  ·  TWO SURFACES, ONE VOCABULARY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and chat speak the same language.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035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73152" cy="3291840"/>
          </a:xfrm>
          <a:prstGeom prst="rect">
            <a:avLst/>
          </a:prstGeom>
          <a:solidFill>
            <a:srgbClr val="B8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ORCHESTRATOR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Passive listener.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three seconds while you talk. Reads the transcript window + current canvas + long-term memory; emits typed actions; broadcasts to all clients. No reasoning loop — one structured-output call per tick.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257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generateObject  ·  Zod-validated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53035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468880"/>
            <a:ext cx="73152" cy="3291840"/>
          </a:xfrm>
          <a:prstGeom prst="rect">
            <a:avLst/>
          </a:prstGeom>
          <a:solidFill>
            <a:srgbClr val="C68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multi-step reasoner.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request. The agent reads the canvas, plans, emits one or more actions, observes whether each landed, and adapts. Up to three reasoning steps per turn.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5257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streamText + tools  ·  stepCountIs(3)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typed actions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VI  · 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 seconds of a Q3 planning meeting.</a:t>
            </a:r>
            <a:endParaRPr lang="en-US" sz="3600" dirty="0"/>
          </a:p>
        </p:txBody>
      </p:sp>
      <p:pic>
        <p:nvPicPr>
          <p:cNvPr id="5" name="Image 0" descr="/Users/aravindan.tr/Downloads/milan-ai-week-hackathon/conversation-canvas/public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2103120"/>
            <a:ext cx="10515600" cy="5915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8048" y="2103120"/>
            <a:ext cx="10515600" cy="5915025"/>
          </a:xfrm>
          <a:prstGeom prst="rect">
            <a:avLst/>
          </a:prstGeom>
          <a:solidFill>
            <a:srgbClr val="F7F3EC">
              <a:alpha val="0"/>
            </a:srgbClr>
          </a:solidFill>
          <a:ln w="9525">
            <a:solidFill>
              <a:srgbClr val="DCD3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the full motion at  canvas.ai-application.xyz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672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VII  ·  HOW IT'S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system, end to end.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2103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Speechmatics realtime — diarized transcript over WebSocket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2514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Node WS server (next.js custom server mode)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BRAIN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926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 via Vercel AI SDK — generateObject every 3s with the dual-mode prompt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BRAIN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3337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 via streamText — multi-step agent with tool feedback (stepCountIs 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749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tldraw v3 with seven custom shape utils (Proposal, Decision, ...) + native primitives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 Lite summarizer — async rollover at 50 messages, voice + chat threads + shared meta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4572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 — action history, chat turns, canvas snapshots, memory; advisory-lock seq race-safe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983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production keys, Google OAuth + email + magic links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5394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Vultr VM · nginx + Let's Encrypt TLS at canvas.ai-application.xyz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VIII  ·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5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multi-step agent.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788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chat path to ToolLoopAgent with five new observation tools (read_canvas, find_shapes, count_links, read_memory, read_transcript_window). Unlocks compound asks the current single-pass agent can't handle.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5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323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Cross-canvas memory.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0" y="2788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user-level patterns across all of someone's canvases. "Aravindan tends to revisit pricing every quarter" — the agent uses this as soft prior on new canvases.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5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mode.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617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real-time canvases with speaker-aware cards. Already designed in the schema (speakerId tags); needs a presence layer + sharing UI.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4114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5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3232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A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0" y="4617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tie-in (one canvas per meeting on the calendar), Slack export (decisions + commitments as a digest), Linear/Jira (commitments → tickets).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6446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73152" cy="73152"/>
          </a:xfrm>
          <a:prstGeom prst="rect">
            <a:avLst/>
          </a:prstGeom>
          <a:solidFill>
            <a:srgbClr val="2E5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95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100" kern="0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your first canvas.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during beta. Two minutes to your first card.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canvas.ai-application.xyz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E53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440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github.com/aravindsriraj/conversation-canvas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6126480"/>
            <a:ext cx="109728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09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AravindAN SRIRAJ  ·  MILAN AI WEEK 2026  ·  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Canvas — Milan AI Week 2026</dc:title>
  <dc:subject>PptxGenJS Presentation</dc:subject>
  <dc:creator>Aravindan Sriraj</dc:creator>
  <cp:lastModifiedBy>Aravindan Sriraj</cp:lastModifiedBy>
  <cp:revision>1</cp:revision>
  <dcterms:created xsi:type="dcterms:W3CDTF">2026-05-16T10:46:11Z</dcterms:created>
  <dcterms:modified xsi:type="dcterms:W3CDTF">2026-05-16T10:46:11Z</dcterms:modified>
</cp:coreProperties>
</file>